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2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8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1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6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1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2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2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9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5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7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9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6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43F408-3402-8315-D5D3-807AA156A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661" b="4978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FE56D6-2279-E43E-BD32-688FEB9E7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/>
              <a:t>Car Rental Management System</a:t>
            </a:r>
            <a:endParaRPr lang="en-US" sz="5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AADBA-80EF-72AB-D780-13F2836DD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Course: Database Programming (DPR400210)</a:t>
            </a:r>
            <a:br>
              <a:rPr lang="en-US" sz="2400" dirty="0"/>
            </a:br>
            <a:r>
              <a:rPr lang="en-US" sz="2400" dirty="0"/>
              <a:t>Student Name: Ahmed</a:t>
            </a:r>
            <a:br>
              <a:rPr lang="en-US" sz="2400" dirty="0"/>
            </a:br>
            <a:r>
              <a:rPr lang="en-US" sz="2400" dirty="0"/>
              <a:t>Student ID: 31517_2025</a:t>
            </a:r>
            <a:br>
              <a:rPr lang="en-US" sz="2400" dirty="0"/>
            </a:br>
            <a:r>
              <a:rPr lang="en-US" sz="2400" dirty="0"/>
              <a:t>Submitted to: Mr. Eric </a:t>
            </a:r>
            <a:r>
              <a:rPr lang="en-US" sz="2400" dirty="0" err="1"/>
              <a:t>Maniraguha</a:t>
            </a:r>
            <a:br>
              <a:rPr lang="en-US" sz="2400" dirty="0"/>
            </a:br>
            <a:r>
              <a:rPr lang="en-US" sz="2400" dirty="0"/>
              <a:t>UNILAK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5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5E2C-8338-085E-2436-5441E069C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9E92E-7DC9-DE7C-6F2B-913298B2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The car rental industry in Rwanda is expanding rapidly due to tourism and business logistics.</a:t>
            </a:r>
          </a:p>
          <a:p>
            <a:pPr marL="0" indent="0">
              <a:buNone/>
            </a:pPr>
            <a:r>
              <a:rPr lang="en-US" dirty="0"/>
              <a:t>• Local businesses require integrated database tools to manage fleet operations efficiently.</a:t>
            </a:r>
          </a:p>
          <a:p>
            <a:pPr marL="0" indent="0">
              <a:buNone/>
            </a:pPr>
            <a:r>
              <a:rPr lang="en-US" dirty="0"/>
              <a:t>• This project introduces a secured system to automate and protect rental records.</a:t>
            </a:r>
          </a:p>
        </p:txBody>
      </p:sp>
    </p:spTree>
    <p:extLst>
      <p:ext uri="{BB962C8B-B14F-4D97-AF65-F5344CB8AC3E}">
        <p14:creationId xmlns:p14="http://schemas.microsoft.com/office/powerpoint/2010/main" val="334836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3F8D5-C0F2-9ED9-6901-1BE34431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98B82-D87E-1D7F-1773-09760F44E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Manual Tracking: Paperwork dependency causes vehicle double-booking and clerical mistakes.</a:t>
            </a:r>
          </a:p>
          <a:p>
            <a:pPr marL="0" indent="0">
              <a:buNone/>
            </a:pPr>
            <a:r>
              <a:rPr lang="en-US" dirty="0"/>
              <a:t>• Inaccurate Calculations: Manual handling of daily rates and return timelines leads to billing errors.</a:t>
            </a:r>
          </a:p>
          <a:p>
            <a:pPr marL="0" indent="0">
              <a:buNone/>
            </a:pPr>
            <a:r>
              <a:rPr lang="en-US" dirty="0"/>
              <a:t>• Security Vulnerabilities: Risk of unauthorized data updates outside of standard business hours.</a:t>
            </a:r>
          </a:p>
        </p:txBody>
      </p:sp>
    </p:spTree>
    <p:extLst>
      <p:ext uri="{BB962C8B-B14F-4D97-AF65-F5344CB8AC3E}">
        <p14:creationId xmlns:p14="http://schemas.microsoft.com/office/powerpoint/2010/main" val="266867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38B1-A81B-D2C0-8584-7E635D5C9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F416C-66EF-6303-1421-EFC37F9F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Data Integration: Design a 3NF normalized structure to eliminate data redundancy.</a:t>
            </a:r>
          </a:p>
          <a:p>
            <a:pPr marL="0" indent="0">
              <a:buNone/>
            </a:pPr>
            <a:r>
              <a:rPr lang="en-US" dirty="0"/>
              <a:t>• Financial Automation: Build programmatic functions to calculate exact rental costs automatically.</a:t>
            </a:r>
          </a:p>
          <a:p>
            <a:pPr marL="0" indent="0">
              <a:buNone/>
            </a:pPr>
            <a:r>
              <a:rPr lang="en-US" dirty="0"/>
              <a:t>• Security Hardening: Restrict modifications outside allowed times and track user actions.</a:t>
            </a:r>
          </a:p>
        </p:txBody>
      </p:sp>
    </p:spTree>
    <p:extLst>
      <p:ext uri="{BB962C8B-B14F-4D97-AF65-F5344CB8AC3E}">
        <p14:creationId xmlns:p14="http://schemas.microsoft.com/office/powerpoint/2010/main" val="158127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5E2C-28C9-8B53-EF9C-F354E21F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Workflow (BPMN)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ED38B-4771-A4B0-1EAE-7120E868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Step 1: Front-desk agent verifies customer records and driving license validity.</a:t>
            </a:r>
          </a:p>
          <a:p>
            <a:pPr marL="0" indent="0">
              <a:buNone/>
            </a:pPr>
            <a:r>
              <a:rPr lang="en-US" dirty="0"/>
              <a:t>• Step 2: System dynamically checks the current vehicle availability status.</a:t>
            </a:r>
          </a:p>
          <a:p>
            <a:pPr marL="0" indent="0">
              <a:buNone/>
            </a:pPr>
            <a:r>
              <a:rPr lang="en-US" dirty="0"/>
              <a:t>• Step 3: The rental contract is generated, total cost computed, and vehicle status becomes 'Rented'.</a:t>
            </a:r>
          </a:p>
        </p:txBody>
      </p:sp>
    </p:spTree>
    <p:extLst>
      <p:ext uri="{BB962C8B-B14F-4D97-AF65-F5344CB8AC3E}">
        <p14:creationId xmlns:p14="http://schemas.microsoft.com/office/powerpoint/2010/main" val="296890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0057-1AFA-608B-F5AB-3AC87CB2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 (3NF)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92DC8-832B-9CE9-E622-A13669748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645" y="1715532"/>
            <a:ext cx="10653579" cy="4593828"/>
          </a:xfrm>
        </p:spPr>
        <p:txBody>
          <a:bodyPr/>
          <a:lstStyle/>
          <a:p>
            <a:r>
              <a:rPr lang="en-US" dirty="0"/>
              <a:t>​Customers: Stores customer IDs, names, contact numbers, and unique driving license information.</a:t>
            </a:r>
          </a:p>
          <a:p>
            <a:br>
              <a:rPr lang="en-US" dirty="0"/>
            </a:br>
            <a:r>
              <a:rPr lang="en-US" dirty="0"/>
              <a:t>​Cars: Manages fleet data, plate numbers, model years, and real-time rental availability status.</a:t>
            </a:r>
          </a:p>
          <a:p>
            <a:br>
              <a:rPr lang="en-US" dirty="0"/>
            </a:br>
            <a:r>
              <a:rPr lang="en-US" dirty="0"/>
              <a:t>​Bookings: The central relational table linking customers to cars, tracking rental dates and calculated financial totals.</a:t>
            </a:r>
          </a:p>
          <a:p>
            <a:br>
              <a:rPr lang="en-US" dirty="0"/>
            </a:br>
            <a:r>
              <a:rPr lang="en-US" dirty="0"/>
              <a:t>​Holidays &amp; Audit Logs: Auxiliary tables used for enforcing system security rules and logging all database actions.</a:t>
            </a:r>
          </a:p>
        </p:txBody>
      </p:sp>
    </p:spTree>
    <p:extLst>
      <p:ext uri="{BB962C8B-B14F-4D97-AF65-F5344CB8AC3E}">
        <p14:creationId xmlns:p14="http://schemas.microsoft.com/office/powerpoint/2010/main" val="356043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B210E-6467-8BA8-6A8D-347CF5C3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Database Logic (CAR_RENTAL_PKG)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659FD-B344-9F88-7C07-9EF0B840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700"/>
              <a:t>• Encapsulation: Groups the operational logic inside a centralized Oracle PL/SQL Package.</a:t>
            </a:r>
          </a:p>
          <a:p>
            <a:pPr marL="0"/>
            <a:r>
              <a:rPr lang="en-US" sz="1700"/>
              <a:t>• Function Calculate Total Cost Dynamically computes rental amounts by multiplying days by daily rate.</a:t>
            </a:r>
          </a:p>
          <a:p>
            <a:pPr marL="0"/>
            <a:r>
              <a:rPr lang="en-US" sz="1700"/>
              <a:t>• Procedure Create New Booking Validates car availability, updates records, and handles transaction controls.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6F6FC4-A54C-62B2-AA73-5922A8B9B1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6848" y="0"/>
            <a:ext cx="634515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AB18-C6C3-0AD1-64BD-39BC53E0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Security &amp; Trigger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BE660-D8ED-DD97-C7A7-65DB8AE8C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Trigger (TRG_RESTRICT_MAINTENANCE): Enforces strict database-level security rules.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Operational Control: Automatically blocks modifications (INSERT, UPDATE, DELETE) on fleet tables during core business hours and national holidays.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Integrity Protection: Safeguards live vehicle records from unauthorized administrative changes during active shifts.</a:t>
            </a:r>
          </a:p>
        </p:txBody>
      </p:sp>
    </p:spTree>
    <p:extLst>
      <p:ext uri="{BB962C8B-B14F-4D97-AF65-F5344CB8AC3E}">
        <p14:creationId xmlns:p14="http://schemas.microsoft.com/office/powerpoint/2010/main" val="223496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06D9-6331-DBAE-26A6-3E2A6003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Auditing &amp; Execution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6E56-D16E-A727-6312-E2C78FD55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Trigger (TRG_AUDIT_BOOKINGS): Automatically logs all transactional events in real-time.</a:t>
            </a:r>
          </a:p>
          <a:p>
            <a:pPr marL="0" indent="0">
              <a:buNone/>
            </a:pPr>
            <a:r>
              <a:rPr lang="en-US" dirty="0"/>
              <a:t>• Traceability: Records the active DB user, execution type (INSERT/UPDATE), and a precise timestamp into the Audit Logs table.</a:t>
            </a:r>
          </a:p>
          <a:p>
            <a:pPr marL="0" indent="0">
              <a:buNone/>
            </a:pPr>
            <a:r>
              <a:rPr lang="en-US" dirty="0"/>
              <a:t>• Dynamic Pricing: Successfully calculated the exact bill of $150.00 for a 3-day rental transaction.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73CA5F-7D76-98A4-56AB-751C36D535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3224" y="1235234"/>
            <a:ext cx="6121146" cy="55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93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971A0-67A9-D52D-7653-1F14D09C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E5368-7052-7DD2-BB92-BE3BF92F0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Delivered a secure, high-performance database schema using Oracle SQL Developer.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Successfully replaced manual workflows with automated financial processing and strict structural logging.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Project artifacts, including source code and documentation, are fully tracked and maintained.</a:t>
            </a:r>
          </a:p>
        </p:txBody>
      </p:sp>
    </p:spTree>
    <p:extLst>
      <p:ext uri="{BB962C8B-B14F-4D97-AF65-F5344CB8AC3E}">
        <p14:creationId xmlns:p14="http://schemas.microsoft.com/office/powerpoint/2010/main" val="263285490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748</TotalTime>
  <Words>534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VanillaVTI</vt:lpstr>
      <vt:lpstr>Car Rental Management System</vt:lpstr>
      <vt:lpstr>Introduction</vt:lpstr>
      <vt:lpstr>Problem Statement</vt:lpstr>
      <vt:lpstr>Project Objectives</vt:lpstr>
      <vt:lpstr>System Workflow (BPMN)</vt:lpstr>
      <vt:lpstr>Database Schema (3NF)</vt:lpstr>
      <vt:lpstr>Core Database Logic (CAR_RENTAL_PKG)</vt:lpstr>
      <vt:lpstr>Advanced Security &amp; Trigger Controls</vt:lpstr>
      <vt:lpstr>System Auditing &amp; Execution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nour</dc:creator>
  <cp:lastModifiedBy>ahmed nour</cp:lastModifiedBy>
  <cp:revision>1</cp:revision>
  <dcterms:created xsi:type="dcterms:W3CDTF">2026-07-09T01:32:37Z</dcterms:created>
  <dcterms:modified xsi:type="dcterms:W3CDTF">2026-07-09T14:00:57Z</dcterms:modified>
</cp:coreProperties>
</file>